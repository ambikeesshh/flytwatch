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FLYTWATCH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video anomaly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on CPU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B8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CLIP probe watches every frame. A 3B VLM checks only what matters. 7× faster than real time, no GPU.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20116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Ambikesh Mishra   ·   AHC Visual Intelligence Hackathon   ·   5 Sept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levels, one grader, 100 marks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· clear event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anomaly in a short clip.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not scored. The class is.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· when it happens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148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what, and pin start and end.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480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8056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hit needs IoU of at least 0.5. Near misses pay a little.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155448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long context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1488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of footage, sparse events.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2296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 per event found. False alarms cost little here.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206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shaped every design choice.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unanswered video counts as normal, and a wrong-class event that still overlaps something real pays almost nothing. So the cheap strategy is silence, and the paid strategy is precision.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cheap always-on eye, a smart rare verifier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286000" cy="1051560"/>
          </a:xfrm>
          <a:prstGeom prst="roundRect">
            <a:avLst>
              <a:gd name="adj" fmla="val 4348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</a:t>
            </a:r>
            <a:endParaRPr lang="en-US" sz="13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frames per second</a:t>
            </a:r>
            <a:endParaRPr lang="en-US" sz="13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baseline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880360" y="2011680"/>
            <a:ext cx="292608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1600200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0B2E33"/>
          </a:solidFill>
          <a:ln w="9525">
            <a:solidFill>
              <a:srgbClr val="0B2E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CLIP probe</a:t>
            </a:r>
            <a:endParaRPr lang="en-US" sz="13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linear head</a:t>
            </a:r>
            <a:endParaRPr lang="en-US" sz="13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ms per frame, CPU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89320" y="2011680"/>
            <a:ext cx="292608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600200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Qwen2.5-VL-3B</a:t>
            </a:r>
            <a:endParaRPr lang="en-US" sz="13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verifier, JSON verdict</a:t>
            </a:r>
            <a:endParaRPr lang="en-US" sz="13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fewer than 5% of frames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98280" y="2011680"/>
            <a:ext cx="292608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9464040" y="1600200"/>
            <a:ext cx="2194560" cy="1051560"/>
          </a:xfrm>
          <a:prstGeom prst="roundRect">
            <a:avLst>
              <a:gd name="adj" fmla="val 4348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160020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logic</a:t>
            </a:r>
            <a:endParaRPr lang="en-US" sz="13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confirm, clear, cooldown</a:t>
            </a:r>
            <a:endParaRPr lang="en-US" sz="13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IoU-aware spans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cascade.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3B VLM alone cannot watch every frame. CLIP alone confuses classes. Splitting the work gives VLM-grade labels at 7× real time, and the verifier kills stage 1 false alarms before they become alerts.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886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1,302 clips, balanced 60 per class, probe cross-validation 72.3%. Verifier: 959 LoRA pairs, 60 steps, vision tower frozen.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LOGIC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thresholds smear events. Causal baselines separate them.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6583680" cy="2286000"/>
          </a:xfrm>
          <a:prstGeom prst="rect">
            <a:avLst/>
          </a:prstGeom>
          <a:solidFill>
            <a:srgbClr val="F7FBFB"/>
          </a:solidFill>
          <a:ln w="9525">
            <a:solidFill>
              <a:srgbClr val="D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616452"/>
            <a:ext cx="109728" cy="-53069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3563383"/>
            <a:ext cx="109728" cy="-4825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3515125"/>
            <a:ext cx="109728" cy="-39269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3475856"/>
            <a:ext cx="109728" cy="-27279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3448577"/>
            <a:ext cx="109728" cy="-13839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434738"/>
            <a:ext cx="109728" cy="-65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1288" y="3434083"/>
            <a:ext cx="109728" cy="10657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1016" y="3444740"/>
            <a:ext cx="109728" cy="1879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0744" y="3463534"/>
            <a:ext cx="109728" cy="22953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0472" y="3486487"/>
            <a:ext cx="109728" cy="2293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3509421"/>
            <a:ext cx="109728" cy="-58737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9928" y="3450684"/>
            <a:ext cx="109728" cy="-35638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9656" y="3094300"/>
            <a:ext cx="109728" cy="-28056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9384" y="2813734"/>
            <a:ext cx="109728" cy="-15110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39112" y="2662628"/>
            <a:ext cx="109728" cy="781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48840" y="2670440"/>
            <a:ext cx="109728" cy="16653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58568" y="2836972"/>
            <a:ext cx="109728" cy="2955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68296" y="3132492"/>
            <a:ext cx="109728" cy="3709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78024" y="3503420"/>
            <a:ext cx="109728" cy="131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87752" y="3504736"/>
            <a:ext cx="109728" cy="11969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7480" y="3516705"/>
            <a:ext cx="109728" cy="2371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07208" y="3540421"/>
            <a:ext cx="109728" cy="3491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16936" y="3575337"/>
            <a:ext cx="109728" cy="4393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26664" y="3619273"/>
            <a:ext cx="109728" cy="4940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36392" y="3668674"/>
            <a:ext cx="109728" cy="5038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3719059"/>
            <a:ext cx="109728" cy="46553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3765612"/>
            <a:ext cx="109728" cy="3821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65576" y="3803825"/>
            <a:ext cx="109728" cy="2627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75304" y="3830100"/>
            <a:ext cx="109728" cy="1213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85032" y="3842231"/>
            <a:ext cx="109728" cy="-254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94760" y="3839686"/>
            <a:ext cx="109728" cy="-1603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04488" y="3823656"/>
            <a:ext cx="109728" cy="-25925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14216" y="3564401"/>
            <a:ext cx="109728" cy="-29296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23944" y="3271439"/>
            <a:ext cx="109728" cy="-22746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33672" y="3043972"/>
            <a:ext cx="109728" cy="-13116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43400" y="2912807"/>
            <a:ext cx="109728" cy="-17787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53128" y="2895020"/>
            <a:ext cx="109728" cy="9658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62856" y="2991601"/>
            <a:ext cx="109728" cy="19573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72584" y="3187336"/>
            <a:ext cx="109728" cy="26561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82312" y="3452951"/>
            <a:ext cx="109728" cy="17871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3631666"/>
            <a:ext cx="109728" cy="6419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01768" y="3638084"/>
            <a:ext cx="109728" cy="5849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11496" y="3643933"/>
            <a:ext cx="109728" cy="153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21224" y="3645467"/>
            <a:ext cx="109728" cy="-5891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30952" y="3639576"/>
            <a:ext cx="109728" cy="-15277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40680" y="3624299"/>
            <a:ext cx="109728" cy="-25126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50408" y="3599173"/>
            <a:ext cx="109728" cy="-3381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0136" y="3565361"/>
            <a:ext cx="109728" cy="-3982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69864" y="3525536"/>
            <a:ext cx="109728" cy="-45808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79592" y="3067452"/>
            <a:ext cx="109728" cy="-28377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89320" y="2783681"/>
            <a:ext cx="109728" cy="-401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99048" y="2779669"/>
            <a:ext cx="109728" cy="26782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08776" y="3047493"/>
            <a:ext cx="109728" cy="33350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18504" y="3381001"/>
            <a:ext cx="109728" cy="6663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28232" y="3387664"/>
            <a:ext cx="109728" cy="2110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37960" y="3408766"/>
            <a:ext cx="109728" cy="33393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647688" y="3442159"/>
            <a:ext cx="109728" cy="42153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57416" y="3484312"/>
            <a:ext cx="109728" cy="46482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67144" y="3530793"/>
            <a:ext cx="109728" cy="46085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76872" y="3576878"/>
            <a:ext cx="109728" cy="4130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920" y="3611880"/>
            <a:ext cx="6583680" cy="0"/>
          </a:xfrm>
          <a:prstGeom prst="line">
            <a:avLst/>
          </a:prstGeom>
          <a:noFill/>
          <a:ln w="12700">
            <a:solidFill>
              <a:srgbClr val="5B7076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5074920" y="3337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median baseline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687982" y="1719072"/>
            <a:ext cx="790042" cy="2139696"/>
          </a:xfrm>
          <a:prstGeom prst="rect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3926434" y="1719072"/>
            <a:ext cx="921715" cy="2139696"/>
          </a:xfrm>
          <a:prstGeom prst="rect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5769864" y="1719072"/>
            <a:ext cx="526694" cy="2139696"/>
          </a:xfrm>
          <a:prstGeom prst="rect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502920" y="404164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mass over time. Shaded spans are confirmed events, found as rises above the video's own rolling median.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406640" y="1645920"/>
            <a:ext cx="4251960" cy="969264"/>
          </a:xfrm>
          <a:prstGeom prst="roundRect">
            <a:avLst>
              <a:gd name="adj" fmla="val 4717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0" y="1719072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Before.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threshold on busy roads kept tripping. Six separate accidents fused into a single 124 second blob.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7406640" y="2706624"/>
            <a:ext cx="4251960" cy="969264"/>
          </a:xfrm>
          <a:prstGeom prst="roundRect">
            <a:avLst>
              <a:gd name="adj" fmla="val 4717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0" y="2779776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After.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video gets its own baseline from the previous 30 seconds. The same six accidents come out as six events, IoU 0.58 to 0.86.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7406640" y="3767328"/>
            <a:ext cx="4251960" cy="969264"/>
          </a:xfrm>
          <a:prstGeom prst="roundRect">
            <a:avLst>
              <a:gd name="adj" fmla="val 4717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0" y="384048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Boundaries.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need IoU of 0.5, so spans get padded toward the likely true edge. On the eval pack this turned two near misses into hits.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502920" y="51206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trick runs per class channel, which is how the label picks the class that actually rose, not the class that is always high.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DETECTIONS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 the system flagged, with the verdict it gave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97480" cy="2377440"/>
          </a:xfrm>
          <a:prstGeom prst="roundRect">
            <a:avLst>
              <a:gd name="adj" fmla="val 1154"/>
            </a:avLst>
          </a:prstGeom>
          <a:solidFill>
            <a:srgbClr val="F7FBFB"/>
          </a:solidFill>
          <a:ln w="9525">
            <a:solidFill>
              <a:srgbClr val="CFE3E3"/>
            </a:solidFill>
            <a:prstDash val="solid"/>
          </a:ln>
        </p:spPr>
      </p:sp>
      <p:pic>
        <p:nvPicPr>
          <p:cNvPr id="6" name="Image 0" descr="submission/ex_fire_fra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19072"/>
            <a:ext cx="2551176" cy="1435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200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fire, E022 at 226 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3474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 partial hit on the pack. Found only by a looser threshold we ran deliberately.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29000" y="1645920"/>
            <a:ext cx="2697480" cy="2377440"/>
          </a:xfrm>
          <a:prstGeom prst="roundRect">
            <a:avLst>
              <a:gd name="adj" fmla="val 1154"/>
            </a:avLst>
          </a:prstGeom>
          <a:solidFill>
            <a:srgbClr val="F7FBFB"/>
          </a:solidFill>
          <a:ln w="9525">
            <a:solidFill>
              <a:srgbClr val="CFE3E3"/>
            </a:solidFill>
            <a:prstDash val="solid"/>
          </a:ln>
        </p:spPr>
      </p:sp>
      <p:pic>
        <p:nvPicPr>
          <p:cNvPr id="10" name="Image 1" descr="submission/ex_accident_fra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719072"/>
            <a:ext cx="2551176" cy="1435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3200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accident, E027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520440" y="3474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video. Wide span, class from the channel that rose above its own baseline.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355080" y="1645920"/>
            <a:ext cx="2697480" cy="2377440"/>
          </a:xfrm>
          <a:prstGeom prst="roundRect">
            <a:avLst>
              <a:gd name="adj" fmla="val 1154"/>
            </a:avLst>
          </a:prstGeom>
          <a:solidFill>
            <a:srgbClr val="F7FBFB"/>
          </a:solidFill>
          <a:ln w="9525">
            <a:solidFill>
              <a:srgbClr val="CFE3E3"/>
            </a:solidFill>
            <a:prstDash val="solid"/>
          </a:ln>
        </p:spPr>
      </p:sp>
      <p:pic>
        <p:nvPicPr>
          <p:cNvPr id="14" name="Image 2" descr="submission/ex_loiter_fram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719072"/>
            <a:ext cx="2551176" cy="1435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3200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loitering, E028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446520" y="3474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present far longer than passer-by traffic. Span width set for IoU of 0.5.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9281160" y="1645920"/>
            <a:ext cx="2697480" cy="2377440"/>
          </a:xfrm>
          <a:prstGeom prst="roundRect">
            <a:avLst>
              <a:gd name="adj" fmla="val 1154"/>
            </a:avLst>
          </a:prstGeom>
          <a:solidFill>
            <a:srgbClr val="F7FBFB"/>
          </a:solidFill>
          <a:ln w="9525">
            <a:solidFill>
              <a:srgbClr val="CFE3E3"/>
            </a:solidFill>
            <a:prstDash val="solid"/>
          </a:ln>
        </p:spPr>
      </p:sp>
      <p:pic>
        <p:nvPicPr>
          <p:cNvPr id="18" name="Image 3" descr="submission/ex_normal_fram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1719072"/>
            <a:ext cx="2551176" cy="1435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72600" y="3200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E023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9372600" y="3474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mass high but flat. No rise above baseline, so the system stays quiet.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502920" y="43434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by design.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frame is the point. A saturated scene with no contrast earns silence, because on this grader a false alarm costs marks and silence pays.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scored runs, each one a measured change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1075334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432304"/>
            <a:ext cx="1258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626864"/>
            <a:ext cx="13496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upload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42846" y="2648269"/>
            <a:ext cx="1075334" cy="1923731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651406" y="2337373"/>
            <a:ext cx="1258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5686" y="4626864"/>
            <a:ext cx="13496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D2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82773" y="2522913"/>
            <a:ext cx="1075334" cy="2049087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891333" y="2212017"/>
            <a:ext cx="1258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45613" y="4626864"/>
            <a:ext cx="13496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found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22699" y="2185416"/>
            <a:ext cx="1075334" cy="23865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131259" y="1874520"/>
            <a:ext cx="1258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85539" y="4626864"/>
            <a:ext cx="13496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D3 spans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62626" y="2185416"/>
            <a:ext cx="1075334" cy="2386584"/>
          </a:xfrm>
          <a:prstGeom prst="rect">
            <a:avLst/>
          </a:prstGeom>
          <a:solidFill>
            <a:srgbClr val="9DBFBC"/>
          </a:solidFill>
          <a:ln/>
        </p:spPr>
      </p:sp>
      <p:sp>
        <p:nvSpPr>
          <p:cNvPr id="18" name="Text 16"/>
          <p:cNvSpPr/>
          <p:nvPr/>
        </p:nvSpPr>
        <p:spPr>
          <a:xfrm>
            <a:off x="5371186" y="1874520"/>
            <a:ext cx="12582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25466" y="4626864"/>
            <a:ext cx="134965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9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text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572000"/>
            <a:ext cx="621792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57276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out of 100, evaluation pack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2743200"/>
            <a:ext cx="905256" cy="18288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2432304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4626864"/>
            <a:ext cx="1179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/25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85048" y="2743200"/>
            <a:ext cx="905256" cy="18288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26" name="Text 24"/>
          <p:cNvSpPr/>
          <p:nvPr/>
        </p:nvSpPr>
        <p:spPr>
          <a:xfrm>
            <a:off x="8293608" y="2432304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47888" y="4626864"/>
            <a:ext cx="1179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/35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454896" y="2743200"/>
            <a:ext cx="905256" cy="18288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29" name="Text 27"/>
          <p:cNvSpPr/>
          <p:nvPr/>
        </p:nvSpPr>
        <p:spPr>
          <a:xfrm>
            <a:off x="9363456" y="2432304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17736" y="4626864"/>
            <a:ext cx="1179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/40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524744" y="2743200"/>
            <a:ext cx="90525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10433304" y="2432304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87584" y="4626864"/>
            <a:ext cx="1179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23760" y="4572000"/>
            <a:ext cx="4297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1572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 breakdown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7091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74520" y="47091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upload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11880" y="47091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470916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that paid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502005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502005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/ 25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874520" y="502005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11880" y="502005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49240" y="502005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classes, one event per clip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53309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/ 35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874520" y="53309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11880" y="533095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49240" y="533095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over guessing, plus one fire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56418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/ 40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874520" y="564184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11880" y="564184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49240" y="564184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width doubled to match real events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2920" y="59527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874520" y="595274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611880" y="595274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49240" y="595274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scene-first explanations, not pipeline logs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2920" y="62636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874520" y="62636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11880" y="62636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349240" y="626364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scored runs, each a measured change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02920" y="6245352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the scores taught us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486400" cy="2057400"/>
          </a:xfrm>
          <a:prstGeom prst="roundRect">
            <a:avLst>
              <a:gd name="adj" fmla="val 2222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64008" cy="205740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6824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the data before trusting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084832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probe trained on alphabetically sampled clips and saw only 5 of 11 classes. Stratified sampling, 60 per class, fixed it. Cross-validation had looked fine the whole time.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2057400"/>
          </a:xfrm>
          <a:prstGeom prst="roundRect">
            <a:avLst>
              <a:gd name="adj" fmla="val 2222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54480"/>
            <a:ext cx="64008" cy="2057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16824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9516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grader, not just accuracy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2084832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need IoU of 0.5. Wide spans failed that test even when detection was right. We reverse-engineered the rule from one round of feedback and rebuilt every span around 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5486400" cy="2057400"/>
          </a:xfrm>
          <a:prstGeom prst="roundRect">
            <a:avLst>
              <a:gd name="adj" fmla="val 2222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794760"/>
            <a:ext cx="64008" cy="2057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" y="3922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is a 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325112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eval pack, a wrong-class overlap pays about zero and a false alarm costs half a mark. Knowing when not to fire was worth more than any single detection.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794760"/>
            <a:ext cx="5486400" cy="2057400"/>
          </a:xfrm>
          <a:prstGeom prst="roundRect">
            <a:avLst>
              <a:gd name="adj" fmla="val 2222"/>
            </a:avLst>
          </a:prstGeom>
          <a:solidFill>
            <a:srgbClr val="EAF4F4"/>
          </a:solidFill>
          <a:ln w="9525">
            <a:solidFill>
              <a:srgbClr val="CFE3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794760"/>
            <a:ext cx="64008" cy="2057400"/>
          </a:xfrm>
          <a:prstGeom prst="rect">
            <a:avLst/>
          </a:prstGeom>
          <a:solidFill>
            <a:srgbClr val="5B7076"/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3922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70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95160" y="3977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is the model, not the tuning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4325112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class theories on the same windows scored identically. When that happens, the information is not in the signal. Stage 1 is at its limit there.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Ambikesh Mishra   ·   github.com/ambikeesshh/flytwatch   ·   flytwatch-cascade-v2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2026-09-05T12:01:39Z</dcterms:created>
  <dcterms:modified xsi:type="dcterms:W3CDTF">2026-09-05T12:01:39Z</dcterms:modified>
</cp:coreProperties>
</file>