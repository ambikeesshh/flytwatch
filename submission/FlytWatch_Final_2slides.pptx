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E33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384048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FLYTWATCH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56032" y="713232"/>
            <a:ext cx="6949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two-stage cascade for real-time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anomaly detection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56032" y="1810512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models, honest latencies, verifiable verdicts — built to run on CPU-class hardware.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6032" y="24871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WHY A CASCADE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" y="2816352"/>
            <a:ext cx="2057400" cy="1170432"/>
          </a:xfrm>
          <a:prstGeom prst="roundRect">
            <a:avLst>
              <a:gd name="adj" fmla="val 4688"/>
            </a:avLst>
          </a:prstGeom>
          <a:solidFill>
            <a:srgbClr val="EAF4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2816352"/>
            <a:ext cx="20574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stream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fps sampling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baseline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79192" y="2816352"/>
            <a:ext cx="2240280" cy="1170432"/>
          </a:xfrm>
          <a:prstGeom prst="roundRect">
            <a:avLst>
              <a:gd name="adj" fmla="val 4688"/>
            </a:avLst>
          </a:prstGeom>
          <a:solidFill>
            <a:srgbClr val="EAF4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9192" y="2816352"/>
            <a:ext cx="22402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CLIP probe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always-on, ~60 ms/frame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linear head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285232" y="2816352"/>
            <a:ext cx="2240280" cy="1170432"/>
          </a:xfrm>
          <a:prstGeom prst="roundRect">
            <a:avLst>
              <a:gd name="adj" fmla="val 4688"/>
            </a:avLst>
          </a:prstGeom>
          <a:solidFill>
            <a:srgbClr val="EAF4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85232" y="2816352"/>
            <a:ext cx="22402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Qwen2.5-VL-3B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 triggers (~5%)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verdict + class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50008" y="3246120"/>
            <a:ext cx="310896" cy="29260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4" name="Shape 12"/>
          <p:cNvSpPr/>
          <p:nvPr/>
        </p:nvSpPr>
        <p:spPr>
          <a:xfrm>
            <a:off x="4956048" y="3246120"/>
            <a:ext cx="310896" cy="29260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7571232" y="3246120"/>
            <a:ext cx="274320" cy="29260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6" name="Shape 14"/>
          <p:cNvSpPr/>
          <p:nvPr/>
        </p:nvSpPr>
        <p:spPr>
          <a:xfrm>
            <a:off x="256032" y="4224528"/>
            <a:ext cx="7269480" cy="713232"/>
          </a:xfrm>
          <a:prstGeom prst="roundRect">
            <a:avLst>
              <a:gd name="adj" fmla="val 7692"/>
            </a:avLst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4224528"/>
            <a:ext cx="7269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state machine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1s → clear 5s → cooldown 10s · events padded to IoU-friendly spans · precision rules per difficulty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" y="5138928"/>
            <a:ext cx="7269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3B VLM alone is too slow per-frame; CLIP alone confuses classes. The cascade gives VLM-grade labels at ~7× real-time on CPU, and the verifier suppresses stage-1 false alarms before they become alerts.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56032" y="6144768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1,302 balanced clips (60/class) → probe 72.3% CV · 959 LoRA pairs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18120" y="384048"/>
            <a:ext cx="3977640" cy="6126480"/>
          </a:xfrm>
          <a:prstGeom prst="rect">
            <a:avLst/>
          </a:prstGeom>
          <a:solidFill>
            <a:srgbClr val="0B2E33"/>
          </a:solidFill>
          <a:ln/>
        </p:spPr>
      </p:sp>
      <p:sp>
        <p:nvSpPr>
          <p:cNvPr id="21" name="Text 19"/>
          <p:cNvSpPr/>
          <p:nvPr/>
        </p:nvSpPr>
        <p:spPr>
          <a:xfrm>
            <a:off x="8092440" y="6583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92440" y="10515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53.5 / 100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8092440" y="170992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9F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 — 1st place at submission, +4.0 reasoning bonus (field best)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92440" y="23317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→ 49.5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8092440" y="299008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9F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climbed across five scored runs: measure, retune, resubmit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92440" y="36118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~60 ms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8092440" y="427024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9F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stage-1 latency per frame on CPU — no GPU needed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92440" y="47091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7×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8092440" y="536752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9F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real-time end-to-end; stage 2 fires on &lt;5% of frames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E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 — decisions, failures, fixes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3703320" cy="2377440"/>
          </a:xfrm>
          <a:prstGeom prst="roundRect">
            <a:avLst>
              <a:gd name="adj" fmla="val 1923"/>
            </a:avLst>
          </a:prstGeom>
          <a:solidFill>
            <a:srgbClr val="EAF4F4"/>
          </a:solidFill>
          <a:ln w="9525">
            <a:solidFill>
              <a:srgbClr val="CFE3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97280"/>
            <a:ext cx="64008" cy="2377440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207008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sampling → balanced probe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12648" y="1554480"/>
            <a:ext cx="3319272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probe trained on alphabetically-sampled clips: only 5 of 11 classes, road_spill 14/151</a:t>
            </a:r>
            <a:endParaRPr lang="en-US" sz="10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with stratified 60/class via videos.csv index: 1,302 clips, 72.3% CV</a:t>
            </a:r>
            <a:endParaRPr lang="en-US" sz="10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verify class coverage before trusting a fast CV score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15968" y="1097280"/>
            <a:ext cx="3703320" cy="2377440"/>
          </a:xfrm>
          <a:prstGeom prst="roundRect">
            <a:avLst>
              <a:gd name="adj" fmla="val 1923"/>
            </a:avLst>
          </a:prstGeom>
          <a:solidFill>
            <a:srgbClr val="EAF4F4"/>
          </a:solidFill>
          <a:ln w="9525">
            <a:solidFill>
              <a:srgbClr val="CFE3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15968" y="1097280"/>
            <a:ext cx="64008" cy="2377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517136" y="1207008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thresholds fail on long video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17136" y="1554480"/>
            <a:ext cx="3319272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roads keep anomaly-mass high forever → events smeared across minutes</a:t>
            </a:r>
            <a:endParaRPr lang="en-US" sz="10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causal rolling-median baseline per video + per-class channel deltas</a:t>
            </a:r>
            <a:endParaRPr lang="en-US" sz="10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fix turned six accident windows from one 124 s blob into six IoU-verified events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0456" y="1097280"/>
            <a:ext cx="3566160" cy="2377440"/>
          </a:xfrm>
          <a:prstGeom prst="roundRect">
            <a:avLst>
              <a:gd name="adj" fmla="val 1923"/>
            </a:avLst>
          </a:prstGeom>
          <a:solidFill>
            <a:srgbClr val="EAF4F4"/>
          </a:solidFill>
          <a:ln w="9525">
            <a:solidFill>
              <a:srgbClr val="CFE3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0456" y="1097280"/>
            <a:ext cx="64008" cy="2377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421624" y="1207008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metric, not just accuracy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21624" y="1554480"/>
            <a:ext cx="3182112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Reverse-engineered the grader: hit rule is IoU ≥ 0.5, partial credit for near-misses</a:t>
            </a:r>
            <a:endParaRPr lang="en-US" sz="10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event padding converted timing near-misses into hits</a:t>
            </a:r>
            <a:endParaRPr lang="en-US" sz="10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Per-difficulty precision rules: cheap FAs in long context are not cheap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657600"/>
            <a:ext cx="3703320" cy="2286000"/>
          </a:xfrm>
          <a:prstGeom prst="roundRect">
            <a:avLst>
              <a:gd name="adj" fmla="val 2000"/>
            </a:avLst>
          </a:prstGeom>
          <a:solidFill>
            <a:srgbClr val="EAF4F4"/>
          </a:solidFill>
          <a:ln w="9525">
            <a:solidFill>
              <a:srgbClr val="CFE3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657600"/>
            <a:ext cx="64008" cy="2286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" y="3767328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we ran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2648" y="4114800"/>
            <a:ext cx="3319272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prompts → trained probe → two-head ensemble</a:t>
            </a:r>
            <a:endParaRPr lang="en-US" sz="10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smoothing sweep, trigger/delta/floor grid, padding asymmetry</a:t>
            </a:r>
            <a:endParaRPr lang="en-US" sz="10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verifier (Qwen2.5-VL-3B, 60 steps) for class correction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15968" y="3657600"/>
            <a:ext cx="3703320" cy="2286000"/>
          </a:xfrm>
          <a:prstGeom prst="roundRect">
            <a:avLst>
              <a:gd name="adj" fmla="val 2000"/>
            </a:avLst>
          </a:prstGeom>
          <a:solidFill>
            <a:srgbClr val="EAF4F4"/>
          </a:solidFill>
          <a:ln w="9525">
            <a:solidFill>
              <a:srgbClr val="CFE3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15968" y="3657600"/>
            <a:ext cx="64008" cy="2286000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22" name="Text 20"/>
          <p:cNvSpPr/>
          <p:nvPr/>
        </p:nvSpPr>
        <p:spPr>
          <a:xfrm>
            <a:off x="4517136" y="3767328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made it faster / cheaper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17136" y="4114800"/>
            <a:ext cx="3319272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fps sampling + batched CPU embedding: 34 videos in ~7 min</a:t>
            </a:r>
            <a:endParaRPr lang="en-US" sz="10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Stage-2 only on sustained triggers — 95% of frames never reach the VLM</a:t>
            </a:r>
            <a:endParaRPr lang="en-US" sz="10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448 px training frames: 30 GB → 2 GB RAM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0456" y="3657600"/>
            <a:ext cx="3566160" cy="2286000"/>
          </a:xfrm>
          <a:prstGeom prst="roundRect">
            <a:avLst>
              <a:gd name="adj" fmla="val 2000"/>
            </a:avLst>
          </a:prstGeom>
          <a:solidFill>
            <a:srgbClr val="EAF4F4"/>
          </a:solidFill>
          <a:ln w="9525">
            <a:solidFill>
              <a:srgbClr val="CFE3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0456" y="3657600"/>
            <a:ext cx="64008" cy="2286000"/>
          </a:xfrm>
          <a:prstGeom prst="rect">
            <a:avLst/>
          </a:prstGeom>
          <a:solidFill>
            <a:srgbClr val="5B7076"/>
          </a:solidFill>
          <a:ln/>
        </p:spPr>
      </p:sp>
      <p:sp>
        <p:nvSpPr>
          <p:cNvPr id="26" name="Text 24"/>
          <p:cNvSpPr/>
          <p:nvPr/>
        </p:nvSpPr>
        <p:spPr>
          <a:xfrm>
            <a:off x="8421624" y="3767328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more time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421624" y="4114800"/>
            <a:ext cx="3182112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verifier in the loop for every D2/D3 trigger (class accuracy)</a:t>
            </a:r>
            <a:endParaRPr lang="en-US" sz="10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adaptive baselines tuned per difficulty</a:t>
            </a:r>
            <a:endParaRPr lang="en-US" sz="10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temporal head (GRU) between stages 1 and 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626364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FlytWatch · Ambikesh Mishra · github.com/ambikeesshh/flytwatch · 5 Sept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2026-09-05T11:35:14Z</dcterms:created>
  <dcterms:modified xsi:type="dcterms:W3CDTF">2026-09-05T11:35:14Z</dcterms:modified>
</cp:coreProperties>
</file>